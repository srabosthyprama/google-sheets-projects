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948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66360" y="1097280"/>
            <a:ext cx="1828800" cy="1828800"/>
          </a:xfrm>
          <a:prstGeom prst="ellipse">
            <a:avLst/>
          </a:prstGeom>
          <a:solidFill>
            <a:srgbClr val="4F8EF7">
              <a:alpha val="15000"/>
            </a:srgbClr>
          </a:solidFill>
          <a:ln w="254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166360" y="123444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📊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3154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kern="0" spc="6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7033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Functions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 Practice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623560" y="6035040"/>
            <a:ext cx="228600" cy="22860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35040" y="6035040"/>
            <a:ext cx="228600" cy="228600"/>
          </a:xfrm>
          <a:prstGeom prst="ellipse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46520" y="6035040"/>
            <a:ext cx="228600" cy="228600"/>
          </a:xfrm>
          <a:prstGeom prst="ellipse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011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7315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 &amp; Cleanup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50292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email addresses, extracting phone components, filling missing columns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1005840" cy="320040"/>
          </a:xfrm>
          <a:prstGeom prst="rect">
            <a:avLst/>
          </a:prstGeom>
          <a:solidFill>
            <a:srgbClr val="F74F4F"/>
          </a:solidFill>
          <a:ln w="12700">
            <a:solidFill>
              <a:srgbClr val="F74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BEFORE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55080" y="1005840"/>
            <a:ext cx="1005840" cy="320040"/>
          </a:xfrm>
          <a:prstGeom prst="rect">
            <a:avLst/>
          </a:prstGeom>
          <a:solidFill>
            <a:srgbClr val="34C77B"/>
          </a:solidFill>
          <a:ln w="12700">
            <a:solidFill>
              <a:srgbClr val="34C7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55080" y="1005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AFTER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371600"/>
            <a:ext cx="55778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2608" y="1444752"/>
            <a:ext cx="5449824" cy="36941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852160" y="29718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8EF7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6355080" y="1371600"/>
            <a:ext cx="557784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C77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19088" y="1444752"/>
            <a:ext cx="5449824" cy="369417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28600" y="5349240"/>
            <a:ext cx="2823210" cy="502920"/>
          </a:xfrm>
          <a:prstGeom prst="roundRect">
            <a:avLst>
              <a:gd name="adj" fmla="val 14545"/>
            </a:avLst>
          </a:prstGeom>
          <a:solidFill>
            <a:srgbClr val="4F8EF7">
              <a:alpha val="12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01752" y="5349240"/>
            <a:ext cx="26769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Birth Year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188970" y="5349240"/>
            <a:ext cx="2823210" cy="502920"/>
          </a:xfrm>
          <a:prstGeom prst="roundRect">
            <a:avLst>
              <a:gd name="adj" fmla="val 14545"/>
            </a:avLst>
          </a:prstGeom>
          <a:solidFill>
            <a:srgbClr val="4F8EF7">
              <a:alpha val="12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3262122" y="5349240"/>
            <a:ext cx="26769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Phone with |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49340" y="5349240"/>
            <a:ext cx="2823210" cy="502920"/>
          </a:xfrm>
          <a:prstGeom prst="roundRect">
            <a:avLst>
              <a:gd name="adj" fmla="val 14545"/>
            </a:avLst>
          </a:prstGeom>
          <a:solidFill>
            <a:srgbClr val="4F8EF7">
              <a:alpha val="12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222492" y="5349240"/>
            <a:ext cx="26769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Area Code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9109710" y="5349240"/>
            <a:ext cx="2823210" cy="502920"/>
          </a:xfrm>
          <a:prstGeom prst="roundRect">
            <a:avLst>
              <a:gd name="adj" fmla="val 14545"/>
            </a:avLst>
          </a:prstGeom>
          <a:solidFill>
            <a:srgbClr val="4F8EF7">
              <a:alpha val="12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9182862" y="5349240"/>
            <a:ext cx="26769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</a:t>
            </a: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&amp; Provider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011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7315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&amp; Text Combining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50292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ALL CAPS names to Proper Case, building Full Name &amp; Full Address columns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1005840" cy="320040"/>
          </a:xfrm>
          <a:prstGeom prst="rect">
            <a:avLst/>
          </a:prstGeom>
          <a:solidFill>
            <a:srgbClr val="F74F4F"/>
          </a:solidFill>
          <a:ln w="12700">
            <a:solidFill>
              <a:srgbClr val="F74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BEFORE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55080" y="1005840"/>
            <a:ext cx="1005840" cy="320040"/>
          </a:xfrm>
          <a:prstGeom prst="rect">
            <a:avLst/>
          </a:prstGeom>
          <a:solidFill>
            <a:srgbClr val="34C77B"/>
          </a:solidFill>
          <a:ln w="12700">
            <a:solidFill>
              <a:srgbClr val="34C7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55080" y="1005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AFTER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371600"/>
            <a:ext cx="55778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2608" y="1444752"/>
            <a:ext cx="5449824" cy="36941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852160" y="29718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8EF7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6355080" y="1371600"/>
            <a:ext cx="557784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C77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19088" y="1444752"/>
            <a:ext cx="5449824" cy="3694176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84C443FA-CAE3-9281-62AC-86049FE52576}"/>
              </a:ext>
            </a:extLst>
          </p:cNvPr>
          <p:cNvGrpSpPr/>
          <p:nvPr/>
        </p:nvGrpSpPr>
        <p:grpSpPr>
          <a:xfrm>
            <a:off x="3396488" y="5349240"/>
            <a:ext cx="2231136" cy="502920"/>
            <a:chOff x="2596896" y="5349240"/>
            <a:chExt cx="2231136" cy="502920"/>
          </a:xfrm>
        </p:grpSpPr>
        <p:sp>
          <p:nvSpPr>
            <p:cNvPr id="18" name="Shape 14"/>
            <p:cNvSpPr/>
            <p:nvPr/>
          </p:nvSpPr>
          <p:spPr>
            <a:xfrm>
              <a:off x="2596896" y="5349240"/>
              <a:ext cx="2231136" cy="502920"/>
            </a:xfrm>
            <a:prstGeom prst="roundRect">
              <a:avLst>
                <a:gd name="adj" fmla="val 14545"/>
              </a:avLst>
            </a:prstGeom>
            <a:solidFill>
              <a:srgbClr val="4F8EF7">
                <a:alpha val="12000"/>
              </a:srgbClr>
            </a:solidFill>
            <a:ln w="12700">
              <a:solidFill>
                <a:srgbClr val="4F8EF7"/>
              </a:solidFill>
              <a:prstDash val="soli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19" name="Text 15"/>
            <p:cNvSpPr/>
            <p:nvPr/>
          </p:nvSpPr>
          <p:spPr>
            <a:xfrm>
              <a:off x="2670048" y="5349240"/>
              <a:ext cx="2084832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3A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PROPER() on Last Name</a:t>
              </a:r>
              <a:endParaRPr lang="en-US" sz="1000" dirty="0"/>
            </a:p>
          </p:txBody>
        </p:sp>
      </p:grpSp>
      <p:sp>
        <p:nvSpPr>
          <p:cNvPr id="16" name="Shape 12"/>
          <p:cNvSpPr/>
          <p:nvPr/>
        </p:nvSpPr>
        <p:spPr>
          <a:xfrm>
            <a:off x="228600" y="5349240"/>
            <a:ext cx="2231136" cy="502920"/>
          </a:xfrm>
          <a:prstGeom prst="roundRect">
            <a:avLst>
              <a:gd name="adj" fmla="val 14545"/>
            </a:avLst>
          </a:prstGeom>
          <a:solidFill>
            <a:srgbClr val="4F8EF7">
              <a:alpha val="12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01752" y="534924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PROPER() on First Name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564376" y="5349240"/>
            <a:ext cx="2231136" cy="502920"/>
          </a:xfrm>
          <a:prstGeom prst="roundRect">
            <a:avLst>
              <a:gd name="adj" fmla="val 14545"/>
            </a:avLst>
          </a:prstGeom>
          <a:solidFill>
            <a:srgbClr val="4F8EF7">
              <a:alpha val="12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637528" y="534924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Full Name</a:t>
            </a:r>
            <a:endParaRPr lang="en-US" sz="10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51C9FEB-3B48-74E7-4934-CF7C12345009}"/>
              </a:ext>
            </a:extLst>
          </p:cNvPr>
          <p:cNvGrpSpPr/>
          <p:nvPr/>
        </p:nvGrpSpPr>
        <p:grpSpPr>
          <a:xfrm>
            <a:off x="9732264" y="5349240"/>
            <a:ext cx="2231136" cy="502920"/>
            <a:chOff x="9732264" y="5349240"/>
            <a:chExt cx="2231136" cy="502920"/>
          </a:xfrm>
        </p:grpSpPr>
        <p:sp>
          <p:nvSpPr>
            <p:cNvPr id="22" name="Shape 18"/>
            <p:cNvSpPr/>
            <p:nvPr/>
          </p:nvSpPr>
          <p:spPr>
            <a:xfrm>
              <a:off x="9732264" y="5349240"/>
              <a:ext cx="2231136" cy="502920"/>
            </a:xfrm>
            <a:prstGeom prst="roundRect">
              <a:avLst>
                <a:gd name="adj" fmla="val 14545"/>
              </a:avLst>
            </a:prstGeom>
            <a:solidFill>
              <a:srgbClr val="4F8EF7">
                <a:alpha val="12000"/>
              </a:srgbClr>
            </a:solidFill>
            <a:ln w="12700">
              <a:solidFill>
                <a:srgbClr val="4F8EF7"/>
              </a:solidFill>
              <a:prstDash val="solid"/>
            </a:ln>
          </p:spPr>
          <p:txBody>
            <a:bodyPr/>
            <a:lstStyle/>
            <a:p>
              <a:pPr algn="ctr"/>
              <a:endParaRPr lang="en-US"/>
            </a:p>
          </p:txBody>
        </p:sp>
        <p:sp>
          <p:nvSpPr>
            <p:cNvPr id="23" name="Text 19"/>
            <p:cNvSpPr/>
            <p:nvPr/>
          </p:nvSpPr>
          <p:spPr>
            <a:xfrm>
              <a:off x="9805416" y="5349240"/>
              <a:ext cx="2084832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A3A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Fixed ZIP with leading zero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0116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7315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Phone Parsing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50292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email service, provider, username and splitting phone into components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1005840" cy="320040"/>
          </a:xfrm>
          <a:prstGeom prst="rect">
            <a:avLst/>
          </a:prstGeom>
          <a:solidFill>
            <a:srgbClr val="F74F4F"/>
          </a:solidFill>
          <a:ln w="12700">
            <a:solidFill>
              <a:srgbClr val="F74F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BEFORE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55080" y="1005840"/>
            <a:ext cx="1005840" cy="320040"/>
          </a:xfrm>
          <a:prstGeom prst="rect">
            <a:avLst/>
          </a:prstGeom>
          <a:solidFill>
            <a:srgbClr val="34C77B"/>
          </a:solidFill>
          <a:ln w="12700">
            <a:solidFill>
              <a:srgbClr val="34C7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55080" y="1005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AFTER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371600"/>
            <a:ext cx="557784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D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2608" y="1444752"/>
            <a:ext cx="5449824" cy="36941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852160" y="29718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8EF7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6355080" y="1371600"/>
            <a:ext cx="557784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C77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19088" y="1444752"/>
            <a:ext cx="5449824" cy="369417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28600" y="5349240"/>
            <a:ext cx="2231136" cy="502920"/>
          </a:xfrm>
          <a:prstGeom prst="roundRect">
            <a:avLst>
              <a:gd name="adj" fmla="val 14545"/>
            </a:avLst>
          </a:prstGeom>
          <a:solidFill>
            <a:srgbClr val="4F8EF7">
              <a:alpha val="12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301752" y="534924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Email Service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596896" y="5349240"/>
            <a:ext cx="2231136" cy="502920"/>
          </a:xfrm>
          <a:prstGeom prst="roundRect">
            <a:avLst>
              <a:gd name="adj" fmla="val 14545"/>
            </a:avLst>
          </a:prstGeom>
          <a:solidFill>
            <a:srgbClr val="4F8EF7">
              <a:alpha val="12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2670048" y="534924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Provider domain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965192" y="5349240"/>
            <a:ext cx="2231136" cy="502920"/>
          </a:xfrm>
          <a:prstGeom prst="roundRect">
            <a:avLst>
              <a:gd name="adj" fmla="val 14545"/>
            </a:avLst>
          </a:prstGeom>
          <a:solidFill>
            <a:srgbClr val="4F8EF7">
              <a:alpha val="12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038344" y="534924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Username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7333488" y="5349240"/>
            <a:ext cx="2231136" cy="502920"/>
          </a:xfrm>
          <a:prstGeom prst="roundRect">
            <a:avLst>
              <a:gd name="adj" fmla="val 14545"/>
            </a:avLst>
          </a:prstGeom>
          <a:solidFill>
            <a:srgbClr val="4F8EF7">
              <a:alpha val="12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7406640" y="534924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Code / Exchange / Line split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9701784" y="5349240"/>
            <a:ext cx="2231136" cy="502920"/>
          </a:xfrm>
          <a:prstGeom prst="roundRect">
            <a:avLst>
              <a:gd name="adj" fmla="val 14545"/>
            </a:avLst>
          </a:prstGeom>
          <a:solidFill>
            <a:srgbClr val="4F8EF7">
              <a:alpha val="12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9774936" y="534924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Short ID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34C77B"/>
          </a:solidFill>
          <a:ln w="12700">
            <a:solidFill>
              <a:srgbClr val="34C7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1216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🎯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Practiced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of all Google Sheets text functions used across the exercises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468880"/>
            <a:ext cx="356616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2468880"/>
            <a:ext cx="64008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5054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to Title Case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69080" y="2468880"/>
            <a:ext cx="356616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69080" y="2468880"/>
            <a:ext cx="64008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06240" y="25054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YEAR()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2788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year from a date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18120" y="2468880"/>
            <a:ext cx="356616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818120" y="2468880"/>
            <a:ext cx="64008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55280" y="25054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LEFT() / RIGHT()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0" y="2788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characters from text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36976"/>
            <a:ext cx="356616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236976"/>
            <a:ext cx="64008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2735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5570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text from the middle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69080" y="3236976"/>
            <a:ext cx="356616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069080" y="3236976"/>
            <a:ext cx="64008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06240" y="32735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FIND()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06240" y="35570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position of a character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18120" y="3236976"/>
            <a:ext cx="356616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818120" y="3236976"/>
            <a:ext cx="64008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955280" y="32735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TEXT()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55280" y="35570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numbers as text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005072"/>
            <a:ext cx="356616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0040" y="4005072"/>
            <a:ext cx="64008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0416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TEXTJOIN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325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multiple text strings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069080" y="4005072"/>
            <a:ext cx="356616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069080" y="4005072"/>
            <a:ext cx="64008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206240" y="40416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206240" y="4325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length of a string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818120" y="4005072"/>
            <a:ext cx="356616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818120" y="4005072"/>
            <a:ext cx="64008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955280" y="40416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SUBSTITUTE()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955280" y="4325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text within a string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203</Words>
  <Application>Microsoft Office PowerPoint</Application>
  <PresentationFormat>Widescreen</PresentationFormat>
  <Paragraphs>61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Office</cp:lastModifiedBy>
  <cp:revision>3</cp:revision>
  <dcterms:created xsi:type="dcterms:W3CDTF">2026-06-08T08:59:30Z</dcterms:created>
  <dcterms:modified xsi:type="dcterms:W3CDTF">2026-06-08T09:56:54Z</dcterms:modified>
</cp:coreProperties>
</file>